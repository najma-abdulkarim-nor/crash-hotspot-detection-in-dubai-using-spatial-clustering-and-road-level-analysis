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9872" y="274320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67344" y="274320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14816" y="274320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621792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19872" y="621792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67344" y="621792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14816" y="621792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969264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19872" y="969264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67344" y="969264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14816" y="969264"/>
            <a:ext cx="137160" cy="137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0"/>
            <a:ext cx="897940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73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UNIVERSITY DUBAI  ·  UAE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Hotspot Detection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7200" y="182880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Dubai using DBSCAN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Severity Weighting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2286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Alblooshi  ·  Najma Nour  ·  Khalid Elgazzar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9319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0592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43984" y="39319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3984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37376" y="39319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C7293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3931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Safety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4747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in Dubai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347472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2219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Records (Mar 2026)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34747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4564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Road Safety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868680"/>
            <a:ext cx="457200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868680"/>
            <a:ext cx="914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Urbanization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07408" y="12801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Dubai's explosive growth has sharply increased the number of vehicles on the road.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06240" y="2103120"/>
            <a:ext cx="457200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06240" y="2103120"/>
            <a:ext cx="914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Patterns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07408" y="251460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cluster at intersections, major roads, and high-density areas — standard methods miss these patterns.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3337560"/>
            <a:ext cx="457200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0" y="3337560"/>
            <a:ext cx="914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Smart Tools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07408" y="37490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clustering enables discovery of arbitrarily shaped hotspot zones without prior knowledge of cluster count.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E0F4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9611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Dubai Pulse / Dubai Police – Traffic Incidents Open Dataset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841248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56616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Accident 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Unique incident identifier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TRF-2026-00412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Incident details (Arabic)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حادث مروري طفيف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Coordinates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Latitude &amp; Longitude (WGS-84)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25.2048, 55.2708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Timestamp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Precise date and time of accident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2026-03-18 22:14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Load 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When record was ingested to 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2026-03-19 01:07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Severity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Derived via keyword matching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D3D"/>
                          </a:solidFill>
                        </a:rPr>
                        <a:t>Minor / Moderate / Severe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Weights: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20240" y="46177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4617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 ×1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703320" y="46177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4617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×2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46177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4617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 ×3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69480" y="4617720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4617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 ×1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E44"/>
          </a:solidFill>
          <a:ln w="12700">
            <a:solidFill>
              <a:srgbClr val="0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77640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Algorithm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6733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radius in meters – Haversine distance accounts for Earth's curvature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860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points required to form a dense cluster 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642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8986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≥ MinPts neighbors within 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2552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5112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not reachable from any core point are treated as outliers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67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 needed: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1239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count is discovered automatically from the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16052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896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Formula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123444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Risk(c) = Σ wᵢ  for all incidents i in cluster c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wᵢ ∈ {1, 2, 3} based on severity category.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with serious incidents outrank frequent minor ones.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2148840"/>
            <a:ext cx="416052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22219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25603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timestamps binned into 2-hour windows.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risk window per cluster is identified for targeted enforcement.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474720"/>
            <a:ext cx="416052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5478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Geocoding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88620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centroids resolved via Nominatim API → human-readable labels: road name, neighbourhood, district.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60520" y="1554480"/>
            <a:ext cx="82296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41248"/>
            <a:ext cx="82296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89888" y="9326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Incident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122529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records · Dubai Pulse · Mar 14–30 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2395728"/>
            <a:ext cx="82296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82496"/>
            <a:ext cx="822960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82496"/>
            <a:ext cx="82296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470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89888" y="17739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20665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cleaning · boundary filtering · severity labeling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60520" y="3236976"/>
            <a:ext cx="82296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23744"/>
            <a:ext cx="82296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23744"/>
            <a:ext cx="82296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883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89888" y="26151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Spatial Clustering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89888" y="2907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· ε radius · MinPts threshold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60520" y="4078224"/>
            <a:ext cx="822960" cy="12801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64992"/>
            <a:ext cx="822960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64992"/>
            <a:ext cx="82296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295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89888" y="3456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Severity-Weighted Risk Scoring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89888" y="3749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Risk(c) = Σ wᵢ   →   cluster priority ranking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06240"/>
            <a:ext cx="82296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708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89888" y="4297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Spatial Annotation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89888" y="45902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 window · reverse geocoding · interactive map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68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468880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0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822960"/>
            <a:ext cx="1920240" cy="914400"/>
          </a:xfrm>
          <a:prstGeom prst="rect">
            <a:avLst/>
          </a:prstGeom>
          <a:solidFill>
            <a:srgbClr val="F0682A"/>
          </a:solidFill>
          <a:ln w="12700">
            <a:solidFill>
              <a:srgbClr val="F068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868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75120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Risk Period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20240"/>
            <a:ext cx="4206240" cy="1261872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920240"/>
            <a:ext cx="91440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Clustering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23591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identified numerous high-density zones matching established crash hotspots while filtering out noise/anomalies.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1920240"/>
            <a:ext cx="4206240" cy="1261872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920240"/>
            <a:ext cx="91440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Severity-Ranked Hotspots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23591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reveals clusters with fewer but severe incidents — these are prioritized over high-frequency minor-incident zones.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4206240" cy="1261872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37560"/>
            <a:ext cx="91440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37764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hotspots surge during evening and late-night hours, attributed to heavier traffic volumes and reduced visibility.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3337560"/>
            <a:ext cx="4206240" cy="1261872"/>
          </a:xfrm>
          <a:prstGeom prst="rect">
            <a:avLst/>
          </a:prstGeom>
          <a:solidFill>
            <a:srgbClr val="F0F7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337560"/>
            <a:ext cx="91440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3447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Labeling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01768" y="37764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geocoding assigns human-readable labels (road / neighbourhood / district) to each cluster centroid via Nominatim API.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E44"/>
          </a:solidFill>
          <a:ln w="12700">
            <a:solidFill>
              <a:srgbClr val="0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572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need to pre-specify cluster count (k-free)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Effectively handles spatial outliers / noise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Severity weighting surfaces high-risk zones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naming via reverse geocoding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Interpretable and actionable for planners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4160520" cy="45720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50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 &amp; Future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Road segment boundaries not fully captured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External geocoding may mislocate events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Severity inferred from text — not ground truth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3200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Enrich with weather &amp; traffic flow data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Extend to real-time streaming data pipelines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8288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8288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18288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68580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68580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68580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68580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18872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118872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118872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118872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169164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169164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69164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1080" y="1691640"/>
            <a:ext cx="164592" cy="164592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2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457200" y="1170432"/>
            <a:ext cx="1828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417320"/>
            <a:ext cx="4023360" cy="1353312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1417320"/>
            <a:ext cx="658368" cy="13533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82880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07008" y="150876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Hotspot Identification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192024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+ severity weighting accurately locates and ranks Dubai crash hotspots.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1417320"/>
            <a:ext cx="4023360" cy="1353312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1417320"/>
            <a:ext cx="658368" cy="13533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82880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50408" y="150876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0408" y="192024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supports resource allocation and road-safety policy with actionable insights.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4023360" cy="1353312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971800"/>
            <a:ext cx="658368" cy="13533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8328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207008" y="30632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Spatiotemporal Awareness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07008" y="347472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Peak-time analysis and reverse geocoding add operational depth to each identified hotspot.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2971800"/>
            <a:ext cx="4023360" cy="1353312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2971800"/>
            <a:ext cx="658368" cy="13533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38328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50408" y="3063240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50408" y="347472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weather, live traffic, and real-time streams will further improve model accuracy.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Alblooshi · Najma Nour · Khalid Elgazzar  |  Canadian University Dubai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Crash Hotspot Detection in Dubai</dc:title>
  <dc:subject>PptxGenJS Presentation</dc:subject>
  <dc:creator>Maryam Alblooshi, Najma Nour, Khalid Elgazzar</dc:creator>
  <cp:lastModifiedBy>Maryam Alblooshi, Najma Nour, Khalid Elgazzar</cp:lastModifiedBy>
  <cp:revision>1</cp:revision>
  <dcterms:created xsi:type="dcterms:W3CDTF">2026-05-12T08:22:49Z</dcterms:created>
  <dcterms:modified xsi:type="dcterms:W3CDTF">2026-05-12T08:22:49Z</dcterms:modified>
</cp:coreProperties>
</file>